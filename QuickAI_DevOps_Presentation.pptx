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Quick.AI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SaaS Platform with DevOps Automation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Full Stack AI Application with CI/CD Pipeline &amp; AWS Deployment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2834640"/>
            <a:ext cx="777240" cy="7772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926080"/>
            <a:ext cx="548640" cy="548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51760" y="2834640"/>
            <a:ext cx="777240" cy="7772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2926080"/>
            <a:ext cx="548640" cy="548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023360" y="2834640"/>
            <a:ext cx="777240" cy="7772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2926080"/>
            <a:ext cx="548640" cy="5486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394960" y="2834640"/>
            <a:ext cx="777240" cy="7772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2926080"/>
            <a:ext cx="548640" cy="5486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766560" y="2834640"/>
            <a:ext cx="777240" cy="7772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292608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Docker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256032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GitHub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393192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Jenkins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30352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AWS EC2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667512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React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Built by Bitu Kumar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</a:rPr>
              <a:t>QuickAI — AI-Powered SaaS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QuickAI is a full-stack AI SaaS platform providing multiple AI-powered tools, deployed using modern DevOps practices for automation, scalability, and reliable delivery.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✍️ Write Article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AI-generated articles with custom length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 Blog Titles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Generate catchy blog title ideas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74320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🖼️ Generate Images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 image creation with Clipdrop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274320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🎨 Remove Background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Smart background removal tool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108960"/>
            <a:ext cx="274320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3756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📄 Review Resume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AI-powered resume analysis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108960"/>
            <a:ext cx="274320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 Community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Share and explore AI creations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Common Challenges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548640"/>
          </a:xfrm>
          <a:prstGeom prst="rect">
            <a:avLst/>
          </a:prstGeom>
          <a:solidFill>
            <a:srgbClr val="3B1515"/>
          </a:solidFill>
          <a:ln w="635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53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Manual deployment is slow &amp; error-prone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3840480" cy="548640"/>
          </a:xfrm>
          <a:prstGeom prst="rect">
            <a:avLst/>
          </a:prstGeom>
          <a:solidFill>
            <a:srgbClr val="3B1515"/>
          </a:solidFill>
          <a:ln w="6350">
            <a:solidFill>
              <a:srgbClr val="EF44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0391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Environment inconsistency between dev &amp; prod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3840480" cy="548640"/>
          </a:xfrm>
          <a:prstGeom prst="rect">
            <a:avLst/>
          </a:prstGeom>
          <a:solidFill>
            <a:srgbClr val="3B1515"/>
          </a:solidFill>
          <a:ln w="6350">
            <a:solidFill>
              <a:srgbClr val="EF444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432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7249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Difficult scaling and maintenance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3337560"/>
            <a:ext cx="3840480" cy="548640"/>
          </a:xfrm>
          <a:prstGeom prst="rect">
            <a:avLst/>
          </a:prstGeom>
          <a:solidFill>
            <a:srgbClr val="3B1515"/>
          </a:solidFill>
          <a:ln w="6350">
            <a:solidFill>
              <a:srgbClr val="EF444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42900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410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Repetitive deployment tasks waste time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434840" y="2011680"/>
            <a:ext cx="27432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297680" y="1737360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2D3EE"/>
                </a:solidFill>
              </a:rPr>
              <a:t>→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484632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QuickAI Solves With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846320" y="1280160"/>
            <a:ext cx="3840480" cy="548640"/>
          </a:xfrm>
          <a:prstGeom prst="rect">
            <a:avLst/>
          </a:prstGeom>
          <a:solidFill>
            <a:srgbClr val="052E16"/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37160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94960" y="1353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</a:rPr>
              <a:t>Docker containerization for consistency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846320" y="1965960"/>
            <a:ext cx="3840480" cy="548640"/>
          </a:xfrm>
          <a:prstGeom prst="rect">
            <a:avLst/>
          </a:prstGeom>
          <a:solidFill>
            <a:srgbClr val="052E16"/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0574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94960" y="20391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</a:rPr>
              <a:t>GitHub Actions for automated CI pipeline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4846320" y="2651760"/>
            <a:ext cx="3840480" cy="548640"/>
          </a:xfrm>
          <a:prstGeom prst="rect">
            <a:avLst/>
          </a:prstGeom>
          <a:solidFill>
            <a:srgbClr val="052E16"/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743200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94960" y="27249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</a:rPr>
              <a:t>Jenkins for automated CD pipeline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4846320" y="3337560"/>
            <a:ext cx="3840480" cy="548640"/>
          </a:xfrm>
          <a:prstGeom prst="rect">
            <a:avLst/>
          </a:prstGeom>
          <a:solidFill>
            <a:srgbClr val="052E16"/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429000"/>
            <a:ext cx="320040" cy="32004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94960" y="3410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</a:rPr>
              <a:t>AWS EC2 for scalable cloud deployment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55448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60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280160"/>
            <a:ext cx="1554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2704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React.js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274320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80720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956816" y="914400"/>
            <a:ext cx="1554480" cy="3474720"/>
          </a:xfrm>
          <a:prstGeom prst="rect">
            <a:avLst/>
          </a:prstGeom>
          <a:solidFill>
            <a:srgbClr val="1A3B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956816" y="960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956816" y="1280160"/>
            <a:ext cx="155448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459736" y="146304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152704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56816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Node.js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459736" y="274320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" y="280720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56816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Express.js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730752" y="914400"/>
            <a:ext cx="1554480" cy="3474720"/>
          </a:xfrm>
          <a:prstGeom prst="rect">
            <a:avLst/>
          </a:prstGeom>
          <a:solidFill>
            <a:srgbClr val="1E2A4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730752" y="960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730752" y="1280160"/>
            <a:ext cx="1554480" cy="27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233672" y="146304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527048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30752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233672" y="274320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2807208"/>
            <a:ext cx="420624" cy="42062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730752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Neon DB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504688" y="914400"/>
            <a:ext cx="1554480" cy="3474720"/>
          </a:xfrm>
          <a:prstGeom prst="rect">
            <a:avLst/>
          </a:prstGeom>
          <a:solidFill>
            <a:srgbClr val="2D1B4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504688" y="960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DevOps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504688" y="1280160"/>
            <a:ext cx="1554480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007608" y="146304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616" y="1527048"/>
            <a:ext cx="420624" cy="42062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504688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Docker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6007608" y="274320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1616" y="2807208"/>
            <a:ext cx="420624" cy="42062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504688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Jenkins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7278624" y="914400"/>
            <a:ext cx="1554480" cy="3474720"/>
          </a:xfrm>
          <a:prstGeom prst="rect">
            <a:avLst/>
          </a:prstGeom>
          <a:solidFill>
            <a:srgbClr val="3B2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278624" y="960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7278624" y="1280160"/>
            <a:ext cx="15544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7781544" y="146304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5552" y="1527048"/>
            <a:ext cx="420624" cy="420624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278624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AWS EC2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>
            <a:off x="7781544" y="274320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5552" y="2807208"/>
            <a:ext cx="420624" cy="420624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278624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49" name="Shape 3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Docker Containerization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14400"/>
            <a:ext cx="39319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496E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960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Consistent Environments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051560" y="12618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Works the same in dev, staging &amp; production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65760" y="1874520"/>
            <a:ext cx="39319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496E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Faster Deployments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051560" y="22219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Pre-built images deploy in seconds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65760" y="2834640"/>
            <a:ext cx="39319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496E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260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880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Portable &amp; Scalable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051560" y="31821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Run anywhere Docker is installed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65760" y="3794760"/>
            <a:ext cx="39319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496ED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8620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3840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Isolated Services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051560" y="41422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Frontend, backend run in separate containers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Container Architecture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4572000" y="1280160"/>
            <a:ext cx="4114800" cy="3291840"/>
          </a:xfrm>
          <a:prstGeom prst="rect">
            <a:avLst/>
          </a:prstGeom>
          <a:solidFill>
            <a:srgbClr val="0A1929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572000" y="1280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96ED"/>
                </a:solidFill>
              </a:rPr>
              <a:t>Docker Host (AWS EC2)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1691640"/>
            <a:ext cx="173736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61DAFB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178308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54880" y="2286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DAFB"/>
                </a:solidFill>
              </a:rPr>
              <a:t>Frontend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754880" y="25420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React • Port 3000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6675120" y="1691640"/>
            <a:ext cx="1737360" cy="1280160"/>
          </a:xfrm>
          <a:prstGeom prst="rect">
            <a:avLst/>
          </a:prstGeom>
          <a:solidFill>
            <a:srgbClr val="0D2B1D"/>
          </a:solidFill>
          <a:ln w="12700">
            <a:solidFill>
              <a:srgbClr val="68A063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1783080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675120" y="2286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A063"/>
                </a:solidFill>
              </a:rPr>
              <a:t>Backend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6675120" y="25420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Node • Port 5001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4754880" y="3108960"/>
            <a:ext cx="3657600" cy="1188720"/>
          </a:xfrm>
          <a:prstGeom prst="rect">
            <a:avLst/>
          </a:prstGeom>
          <a:solidFill>
            <a:srgbClr val="2D1010"/>
          </a:solidFill>
          <a:ln w="12700">
            <a:solidFill>
              <a:srgbClr val="D33833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291840"/>
            <a:ext cx="457200" cy="4572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57784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3833"/>
                </a:solidFill>
              </a:rPr>
              <a:t>Jenkins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5577840" y="3566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CD Pipeline • Port 8080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CI/CD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EE"/>
                </a:solidFill>
              </a:rPr>
              <a:t>GitHub Actions (CI) + Jenkins (CD)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332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033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GitHub Actions — CI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417320"/>
            <a:ext cx="4023360" cy="530352"/>
          </a:xfrm>
          <a:prstGeom prst="rect">
            <a:avLst/>
          </a:prstGeom>
          <a:solidFill>
            <a:srgbClr val="1A1F2E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508760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463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Developer pushes code to GitHub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075688"/>
            <a:ext cx="4023360" cy="530352"/>
          </a:xfrm>
          <a:prstGeom prst="rect">
            <a:avLst/>
          </a:prstGeom>
          <a:solidFill>
            <a:srgbClr val="1A1F2E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16712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167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21214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GitHub Actions triggers automatically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2734056"/>
            <a:ext cx="4023360" cy="530352"/>
          </a:xfrm>
          <a:prstGeom prst="rect">
            <a:avLst/>
          </a:prstGeom>
          <a:solidFill>
            <a:srgbClr val="1A1F2E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825496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2825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277977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Docker images built for frontend &amp; backend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" y="3392424"/>
            <a:ext cx="4023360" cy="530352"/>
          </a:xfrm>
          <a:prstGeom prst="rect">
            <a:avLst/>
          </a:prstGeom>
          <a:solidFill>
            <a:srgbClr val="1A1F2E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3483864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34838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7240" y="343814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Images pushed to Docker Hub ✅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20624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2D3EE"/>
                </a:solidFill>
              </a:rPr>
              <a:t>⟶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4160520" y="2880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Webhook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Trigger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846320" y="1005840"/>
            <a:ext cx="40233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D33833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33272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257800" y="1033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3833"/>
                </a:solidFill>
              </a:rPr>
              <a:t>Jenkins — CD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846320" y="1417320"/>
            <a:ext cx="4023360" cy="530352"/>
          </a:xfrm>
          <a:prstGeom prst="rect">
            <a:avLst/>
          </a:prstGeom>
          <a:solidFill>
            <a:srgbClr val="1A1F2E"/>
          </a:solidFill>
          <a:ln w="6350">
            <a:solidFill>
              <a:srgbClr val="D33833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937760" y="1508760"/>
            <a:ext cx="320040" cy="320040"/>
          </a:xfrm>
          <a:prstGeom prst="ellipse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9377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349240" y="1463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Jenkins webhook receives GitHub push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846320" y="2075688"/>
            <a:ext cx="4023360" cy="530352"/>
          </a:xfrm>
          <a:prstGeom prst="rect">
            <a:avLst/>
          </a:prstGeom>
          <a:solidFill>
            <a:srgbClr val="1A1F2E"/>
          </a:solidFill>
          <a:ln w="6350">
            <a:solidFill>
              <a:srgbClr val="D33833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937760" y="2167128"/>
            <a:ext cx="320040" cy="320040"/>
          </a:xfrm>
          <a:prstGeom prst="ellipse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37760" y="2167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349240" y="21214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Pulls latest images from Docker Hub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4846320" y="2734056"/>
            <a:ext cx="4023360" cy="530352"/>
          </a:xfrm>
          <a:prstGeom prst="rect">
            <a:avLst/>
          </a:prstGeom>
          <a:solidFill>
            <a:srgbClr val="1A1F2E"/>
          </a:solidFill>
          <a:ln w="6350">
            <a:solidFill>
              <a:srgbClr val="D33833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937760" y="2825496"/>
            <a:ext cx="320040" cy="320040"/>
          </a:xfrm>
          <a:prstGeom prst="ellipse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937760" y="2825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5349240" y="277977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Copies docker-compose.yml &amp; .env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4846320" y="3392424"/>
            <a:ext cx="4023360" cy="530352"/>
          </a:xfrm>
          <a:prstGeom prst="rect">
            <a:avLst/>
          </a:prstGeom>
          <a:solidFill>
            <a:srgbClr val="1A1F2E"/>
          </a:solidFill>
          <a:ln w="6350">
            <a:solidFill>
              <a:srgbClr val="D33833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937760" y="3483864"/>
            <a:ext cx="320040" cy="320040"/>
          </a:xfrm>
          <a:prstGeom prst="ellipse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937760" y="34838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5349240" y="343814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Runs docker-compose up -d 🚀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90288"/>
            <a:ext cx="274320" cy="27432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777240" y="455371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App deployed live at http://54.227.9.167:3000 — Fully Automated! Zero Manual Steps!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AWS Deployment Architecture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"/>
            <a:ext cx="91440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828800" cy="1188720"/>
          </a:xfrm>
          <a:prstGeom prst="rect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51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Browser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0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560320" y="1005840"/>
            <a:ext cx="1828800" cy="1188720"/>
          </a:xfrm>
          <a:prstGeom prst="rect">
            <a:avLst/>
          </a:prstGeom>
          <a:solidFill>
            <a:srgbClr val="0D2137"/>
          </a:solidFill>
          <a:ln w="19050">
            <a:solidFill>
              <a:srgbClr val="61DA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1051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56032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 :3000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0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663440" y="1005840"/>
            <a:ext cx="1828800" cy="1188720"/>
          </a:xfrm>
          <a:prstGeom prst="rect">
            <a:avLst/>
          </a:prstGeom>
          <a:solidFill>
            <a:srgbClr val="0D2B1D"/>
          </a:solidFill>
          <a:ln w="19050">
            <a:solidFill>
              <a:srgbClr val="68A06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051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6344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Node.js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 :5001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766560" y="1005840"/>
            <a:ext cx="1828800" cy="1188720"/>
          </a:xfrm>
          <a:prstGeom prst="rect">
            <a:avLst/>
          </a:prstGeom>
          <a:solidFill>
            <a:srgbClr val="1A1A3E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1051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76656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Neon 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DB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solidFill>
            <a:srgbClr val="1C14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☁️  AWS EC2  •  t3.small  •  Ubuntu 26.04  •  us-east-1  •  Elastic IP: 54.227.9.167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3017520"/>
            <a:ext cx="201168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0896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7432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Restart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74320" y="3931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restart: always in compose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468880" y="3017520"/>
            <a:ext cx="201168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310896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46888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Secure Secrets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2468880" y="3931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.env in Jenkins container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663440" y="3017520"/>
            <a:ext cx="201168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108960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66344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Elastic IP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663440" y="3931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Permanent public IP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858000" y="3017520"/>
            <a:ext cx="201168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310896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85800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 Downtime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6858000" y="3931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Rolling container updates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Complete DevOps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051560" cy="1463040"/>
          </a:xfrm>
          <a:prstGeom prst="rect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Developer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(MacBook)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08760" y="1005840"/>
            <a:ext cx="1051560" cy="1463040"/>
          </a:xfrm>
          <a:prstGeom prst="rect">
            <a:avLst/>
          </a:prstGeom>
          <a:solidFill>
            <a:srgbClr val="1A1A2E"/>
          </a:solidFill>
          <a:ln w="19050">
            <a:solidFill>
              <a:srgbClr val="6E40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0515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15544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463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1005840"/>
            <a:ext cx="1051560" cy="1463040"/>
          </a:xfrm>
          <a:prstGeom prst="rect">
            <a:avLst/>
          </a:prstGeom>
          <a:solidFill>
            <a:srgbClr val="1F293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0515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15544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 Actions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(CI Build)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1463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77640" y="1005840"/>
            <a:ext cx="1051560" cy="1463040"/>
          </a:xfrm>
          <a:prstGeom prst="rect">
            <a:avLst/>
          </a:prstGeom>
          <a:solidFill>
            <a:srgbClr val="0D1B2A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10515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77640" y="15544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 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(Registry)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463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0" y="1005840"/>
            <a:ext cx="1051560" cy="1463040"/>
          </a:xfrm>
          <a:prstGeom prst="rect">
            <a:avLst/>
          </a:prstGeom>
          <a:solidFill>
            <a:srgbClr val="2D1010"/>
          </a:solidFill>
          <a:ln w="19050">
            <a:solidFill>
              <a:srgbClr val="D338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0515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12080" y="15544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Jenkins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(CD Deploy)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1463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1005840"/>
            <a:ext cx="1051560" cy="1463040"/>
          </a:xfrm>
          <a:prstGeom prst="rect">
            <a:avLst/>
          </a:prstGeom>
          <a:solidFill>
            <a:srgbClr val="1C14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0515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46520" y="15544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EC2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(Live App)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1463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80960" y="1005840"/>
            <a:ext cx="1051560" cy="1463040"/>
          </a:xfrm>
          <a:prstGeom prst="rect">
            <a:avLst/>
          </a:prstGeom>
          <a:solidFill>
            <a:srgbClr val="052E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10515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80960" y="15544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:3000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34440" y="25420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git push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468880" y="25420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trigger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03320" y="25420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build &amp; push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37760" y="25420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pull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72200" y="25420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webhook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06640" y="25420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deploy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2880360"/>
            <a:ext cx="4023360" cy="1737360"/>
          </a:xfrm>
          <a:prstGeom prst="rect">
            <a:avLst/>
          </a:prstGeom>
          <a:solidFill>
            <a:srgbClr val="0D0F1A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71800"/>
            <a:ext cx="365760" cy="36576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822960" y="29900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GitHub Actions — CI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57200" y="3337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✓ Checkout code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✓ Build Docker images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✓ Push to Docker Hub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846320" y="2880360"/>
            <a:ext cx="4023360" cy="1737360"/>
          </a:xfrm>
          <a:prstGeom prst="rect">
            <a:avLst/>
          </a:prstGeom>
          <a:solidFill>
            <a:srgbClr val="0D0F1A"/>
          </a:solidFill>
          <a:ln w="12700">
            <a:solidFill>
              <a:srgbClr val="D33833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971800"/>
            <a:ext cx="365760" cy="36576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394960" y="29900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3833"/>
                </a:solidFill>
              </a:rPr>
              <a:t>Jenkins — CD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5029200" y="3337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✓ Webhook from GitHub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✓ Pull latest images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✓ docker-compose up -d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143000"/>
          </a:xfrm>
          <a:prstGeom prst="rect">
            <a:avLst/>
          </a:prstGeom>
          <a:solidFill>
            <a:srgbClr val="1A1F3E"/>
          </a:solidFill>
          <a:ln w="10160">
            <a:solidFill>
              <a:srgbClr val="6366F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Fully Automated Pipeline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371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Push code → app deploys automatically. Zero manual steps required.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4114800" cy="1143000"/>
          </a:xfrm>
          <a:prstGeom prst="rect">
            <a:avLst/>
          </a:prstGeom>
          <a:solidFill>
            <a:srgbClr val="052E16"/>
          </a:solidFill>
          <a:ln w="10160">
            <a:solidFill>
              <a:srgbClr val="10B98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515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Faster Software Delivery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40680" y="1371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GitHub Actions builds &amp; pushes images in minutes, not hours.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2240280"/>
            <a:ext cx="4114800" cy="1143000"/>
          </a:xfrm>
          <a:prstGeom prst="rect">
            <a:avLst/>
          </a:prstGeom>
          <a:solidFill>
            <a:srgbClr val="1A2E1A"/>
          </a:solidFill>
          <a:ln w="10160">
            <a:solidFill>
              <a:srgbClr val="22C55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77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Consistent Environments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0120" y="2697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Docker ensures identical behavior across development and production.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240280"/>
            <a:ext cx="4114800" cy="1143000"/>
          </a:xfrm>
          <a:prstGeom prst="rect">
            <a:avLst/>
          </a:prstGeom>
          <a:solidFill>
            <a:srgbClr val="1C1400"/>
          </a:solidFill>
          <a:ln w="10160">
            <a:solidFill>
              <a:srgbClr val="F59E0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3774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Scalable Cloud Deployment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40680" y="2697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AWS EC2 with Elastic IP for reliable, always-on availability.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3566160"/>
            <a:ext cx="4114800" cy="1143000"/>
          </a:xfrm>
          <a:prstGeom prst="rect">
            <a:avLst/>
          </a:prstGeom>
          <a:solidFill>
            <a:srgbClr val="2D1515"/>
          </a:solidFill>
          <a:ln w="10160">
            <a:solidFill>
              <a:srgbClr val="EF4444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033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3657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Secure Secret Management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60120" y="4023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API keys stored in GitHub Secrets &amp; Jenkins credentials, never in code.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3566160"/>
            <a:ext cx="4114800" cy="1143000"/>
          </a:xfrm>
          <a:prstGeom prst="rect">
            <a:avLst/>
          </a:prstGeom>
          <a:solidFill>
            <a:srgbClr val="1A0A2E"/>
          </a:solidFill>
          <a:ln w="10160">
            <a:solidFill>
              <a:srgbClr val="A855F7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7033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40680" y="3657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Real-World DevOps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40680" y="4023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Industry-standard CI/CD practices with GitHub Actions + Jenkins.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Challenges &amp;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20040"/>
          </a:xfrm>
          <a:prstGeom prst="rect">
            <a:avLst/>
          </a:prstGeom>
          <a:solidFill>
            <a:srgbClr val="3B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⚠️  Challenges Faced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475488"/>
          </a:xfrm>
          <a:prstGeom prst="rect">
            <a:avLst/>
          </a:prstGeom>
          <a:solidFill>
            <a:srgbClr val="1A0A0A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52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Docker socket permissions inside Jenkins container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64792"/>
            <a:ext cx="4023360" cy="475488"/>
          </a:xfrm>
          <a:prstGeom prst="rect">
            <a:avLst/>
          </a:prstGeom>
          <a:solidFill>
            <a:srgbClr val="1A0A0A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828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!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8105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EC2 SSH timeout — Security Group misconfiguration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40864"/>
            <a:ext cx="4023360" cy="475488"/>
          </a:xfrm>
          <a:prstGeom prst="rect">
            <a:avLst/>
          </a:prstGeom>
          <a:solidFill>
            <a:srgbClr val="1A0A0A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04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3865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Elastic IP disassociating on EC2 restart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16936"/>
            <a:ext cx="4023360" cy="475488"/>
          </a:xfrm>
          <a:prstGeom prst="rect">
            <a:avLst/>
          </a:prstGeom>
          <a:solidFill>
            <a:srgbClr val="1A0A0A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9809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!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29626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Environment variables not passed to containers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93008"/>
            <a:ext cx="4023360" cy="475488"/>
          </a:xfrm>
          <a:prstGeom prst="rect">
            <a:avLst/>
          </a:prstGeom>
          <a:solidFill>
            <a:srgbClr val="1A0A0A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557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!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35387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.env file path mismatch in Jenkins workspace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69080"/>
            <a:ext cx="4023360" cy="475488"/>
          </a:xfrm>
          <a:prstGeom prst="rect">
            <a:avLst/>
          </a:prstGeom>
          <a:solidFill>
            <a:srgbClr val="1A0A0A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133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114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VITE_BASE_URL baked at build time — needed rebuild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777240"/>
            <a:ext cx="4023360" cy="320040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804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 Key Learnings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188720"/>
            <a:ext cx="4023360" cy="475488"/>
          </a:xfrm>
          <a:prstGeom prst="rect">
            <a:avLst/>
          </a:prstGeom>
          <a:solidFill>
            <a:srgbClr val="030F07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252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Practical CI/CD with GitHub Actions + Jenkins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764792"/>
            <a:ext cx="4023360" cy="475488"/>
          </a:xfrm>
          <a:prstGeom prst="rect">
            <a:avLst/>
          </a:prstGeom>
          <a:solidFill>
            <a:srgbClr val="030F07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828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18105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Docker containerization &amp; image management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340864"/>
            <a:ext cx="4023360" cy="475488"/>
          </a:xfrm>
          <a:prstGeom prst="rect">
            <a:avLst/>
          </a:prstGeom>
          <a:solidFill>
            <a:srgbClr val="030F07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404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23865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AWS EC2 setup, security groups &amp; Elastic IP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916936"/>
            <a:ext cx="4023360" cy="475488"/>
          </a:xfrm>
          <a:prstGeom prst="rect">
            <a:avLst/>
          </a:prstGeom>
          <a:solidFill>
            <a:srgbClr val="030F07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29809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0368" y="29626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Secret management in pipelines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493008"/>
            <a:ext cx="4023360" cy="475488"/>
          </a:xfrm>
          <a:prstGeom prst="rect">
            <a:avLst/>
          </a:prstGeom>
          <a:solidFill>
            <a:srgbClr val="030F07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557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30368" y="35387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Debugging deployment issues systematically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4069080"/>
            <a:ext cx="4023360" cy="475488"/>
          </a:xfrm>
          <a:prstGeom prst="rect">
            <a:avLst/>
          </a:prstGeom>
          <a:solidFill>
            <a:srgbClr val="030F07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4133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30368" y="4114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Split CI and CD for better pipeline control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691640"/>
          </a:xfrm>
          <a:prstGeom prst="rect">
            <a:avLst/>
          </a:prstGeom>
          <a:solidFill>
            <a:srgbClr val="1A1F3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☸️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Kubernetes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Container orchestration for auto-scaling and self-healing deployments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691640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05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HTTPS + SSL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NGINX reverse proxy with Let's Encrypt free SSL certificates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51760" cy="1691640"/>
          </a:xfrm>
          <a:prstGeom prst="rect">
            <a:avLst/>
          </a:prstGeom>
          <a:solidFill>
            <a:srgbClr val="1C14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05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CloudWatch, Prometheus &amp; Grafana for real-time metrics and alerts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651760" cy="1691640"/>
          </a:xfrm>
          <a:prstGeom prst="rect">
            <a:avLst/>
          </a:prstGeom>
          <a:solidFill>
            <a:srgbClr val="1A0A2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26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432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Infrastructure as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Terraform for automated, reproducible cloud infrastructure provisioning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51760" cy="1691640"/>
          </a:xfrm>
          <a:prstGeom prst="rect">
            <a:avLst/>
          </a:prstGeom>
          <a:solidFill>
            <a:srgbClr val="1A2E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926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0040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 Scaling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840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AWS Auto Scaling Groups to handle traffic spikes automatically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651760" cy="1691640"/>
          </a:xfrm>
          <a:prstGeom prst="rect">
            <a:avLst/>
          </a:prstGeom>
          <a:solidFill>
            <a:srgbClr val="2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926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2648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 Domain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840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Route 53 DNS with a custom domain for professional branding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2D3EE"/>
                </a:solidFill>
              </a:rPr>
              <a:t>Quick.AI — DevOps Automation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40280" y="2377440"/>
            <a:ext cx="731520" cy="7315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450592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Docker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29000" y="2377440"/>
            <a:ext cx="731520" cy="7315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450592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GitHub Actions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17720" y="2377440"/>
            <a:ext cx="731520" cy="7315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45059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6280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Jenkins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806440" y="2377440"/>
            <a:ext cx="731520" cy="7315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450592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15000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AWS EC2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Built with ❤️ using React • Node.js • Docker • GitHub Actions • Jenkins • AWS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</a:rPr>
              <a:t>Bitu Kumar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QuickAI - DevOps Presentation</dc:title>
  <dc:subject>PptxGenJS Presentation</dc:subject>
  <dc:creator>PptxGenJS</dc:creator>
  <cp:lastModifiedBy>PptxGenJS</cp:lastModifiedBy>
  <cp:revision>1</cp:revision>
  <dcterms:created xsi:type="dcterms:W3CDTF">2026-05-26T03:03:08Z</dcterms:created>
  <dcterms:modified xsi:type="dcterms:W3CDTF">2026-05-26T03:03:08Z</dcterms:modified>
</cp:coreProperties>
</file>